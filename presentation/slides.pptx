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3" r:id="rId9"/>
    <p:sldId id="266" r:id="rId10"/>
    <p:sldId id="267" r:id="rId11"/>
    <p:sldId id="269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620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3nkmOwaSyOOECPTkFERPxLzM9cDLq9f/view?usp=shari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15DC753-0F24-772D-8E8D-14BE77AF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5DBC10B-66ED-C60C-4998-5024813F4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E010127-DDFB-E3F7-5EDB-4AB9D724B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0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32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B8965E-DB51-691B-5968-5EB4A918B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16256000" cy="8257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1481E5-5E69-0C88-24A3-17D19803FF0F}"/>
              </a:ext>
            </a:extLst>
          </p:cNvPr>
          <p:cNvSpPr txBox="1"/>
          <p:nvPr/>
        </p:nvSpPr>
        <p:spPr>
          <a:xfrm>
            <a:off x="5842000" y="-102569"/>
            <a:ext cx="3581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dirty="0"/>
            </a:br>
            <a:r>
              <a:rPr lang="en-US" sz="4000" dirty="0"/>
              <a:t>PORT TWIN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7AAFCA-31E0-0863-2E59-C4DF89C61A1A}"/>
              </a:ext>
            </a:extLst>
          </p:cNvPr>
          <p:cNvSpPr txBox="1"/>
          <p:nvPr/>
        </p:nvSpPr>
        <p:spPr>
          <a:xfrm>
            <a:off x="279400" y="32894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Report of Comparison (OR Tools vs BOB AI)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03CBA7-EA48-AE31-01CC-373CF35DC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6255999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3778C-6868-EE92-47CD-00C8144EF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1"/>
            <a:ext cx="16256000" cy="911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4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Office PowerPoint</Application>
  <PresentationFormat>Custom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sarthak talaviya</cp:lastModifiedBy>
  <cp:revision>3</cp:revision>
  <dcterms:created xsi:type="dcterms:W3CDTF">2006-08-16T00:00:00Z</dcterms:created>
  <dcterms:modified xsi:type="dcterms:W3CDTF">2026-09-19T09:22:11Z</dcterms:modified>
</cp:coreProperties>
</file>